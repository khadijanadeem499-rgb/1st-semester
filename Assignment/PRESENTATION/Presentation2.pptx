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B0386-C398-66B9-D230-AE61C2264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8388B0-98A8-2970-4F97-374F0FDB72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69C3A-64B9-04E4-4144-60AB2769E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600EA-A9EC-49E3-949A-F2BC83DDFBBB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19182-A85E-E10D-5FB9-9E72D63A0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81F62-A245-2ADF-BF11-56AF1139E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ADAB7-1DCE-4635-8C18-1EFE3005A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04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1DB2E-C276-BDD5-852D-D5D913E59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D71E4-C731-6391-19A0-04CE8F344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8E35E-B4D6-7C97-12CC-BCFF88CF2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600EA-A9EC-49E3-949A-F2BC83DDFBBB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398FC-3FAD-AC3D-61C0-46DD518A2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0D02B-3AE6-29DD-3463-BB5177867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ADAB7-1DCE-4635-8C18-1EFE3005A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55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9E21D-8EA2-1A54-037B-60FDA3DF4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5F074-3B91-6912-DA2C-90946E6E3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94276-3C84-EDBD-51C2-A16A575CB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600EA-A9EC-49E3-949A-F2BC83DDFBBB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5383F-B2BB-44A4-73FE-0FE5E8D09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3F8B6-7AB4-59F1-F6EF-99369FF62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ADAB7-1DCE-4635-8C18-1EFE3005A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516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31C19-27FF-5761-59B0-6ED60FEF7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4C497-4085-DDCD-8BD3-B5D8BF643B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08132C-6F14-3A45-9BA4-21289D3E5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3C1ABC-80CE-5471-5C36-6485154B5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600EA-A9EC-49E3-949A-F2BC83DDFBBB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CDD714-9A4A-83B7-29F1-290A95334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A4D18-D2A4-EDCB-042F-2C7E2EAD0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ADAB7-1DCE-4635-8C18-1EFE3005A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89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7A99B-44A7-0D80-57E1-2E87DF5D3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11DFF-93A1-E25A-E36F-4AA18FA20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7DAB8-DA77-CB27-2BC4-CEB3F2426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4D7C9E-F648-08F3-8749-254081368C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8E31D9-0D30-05B8-9680-0FE01303B8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6BDA29-F71F-6927-0C02-5A16DF992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600EA-A9EC-49E3-949A-F2BC83DDFBBB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856833-D3A2-6C7C-AB9C-453B37658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1F9FBD-6E54-B6A0-B064-4D367D8B2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ADAB7-1DCE-4635-8C18-1EFE3005A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787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F7D8F-E826-5EAB-A18F-3A1C17F58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309555-92DA-A620-0BE7-89FAFF9F7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600EA-A9EC-49E3-949A-F2BC83DDFBBB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E6A035-EFAD-D375-195F-22CD9C24D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9C0B65-BDB3-06A5-A07C-8C9A538A6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ADAB7-1DCE-4635-8C18-1EFE3005A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002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1162C0-DE95-5770-9B5C-0EA9E051E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600EA-A9EC-49E3-949A-F2BC83DDFBBB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B3D9B8-457F-BD40-A7FF-43B2D416A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5A81A-16E3-1FC0-8E62-D4A4BD474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ADAB7-1DCE-4635-8C18-1EFE3005A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594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D2C8C-1744-718B-464A-E4B18C591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F6DD1-9D0C-80D3-D716-3E0B81D5D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A38FE2-A2A9-D331-2AD9-9E3653BDE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5F49BD-0E8F-C253-194F-9D5377A9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600EA-A9EC-49E3-949A-F2BC83DDFBBB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E006D-6F76-6853-DC8A-8456B6932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44167D-E95F-07B4-C7B2-1AFC19835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ADAB7-1DCE-4635-8C18-1EFE3005A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629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CD598-089F-6830-6894-78D320D67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D06655-0465-62E7-6CD2-E34D3F8420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4829C9-0544-1679-7EC2-DA4BAB957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FB21BD-0F67-E2A7-AA4F-41524D8EC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600EA-A9EC-49E3-949A-F2BC83DDFBBB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E968A1-C1AB-9BD3-CA29-3439EADB4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9E43E1-3472-E1BB-74AF-801294FB0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ADAB7-1DCE-4635-8C18-1EFE3005A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DE930-6B7D-3452-9552-70C360908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0D9319-ECB6-37FB-1884-D0466EB805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3F977-4F71-E9AC-FD2D-6B812E9A2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600EA-A9EC-49E3-949A-F2BC83DDFBBB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06892-2851-75F3-5CC9-6D7DEDE28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8CCEA-8360-A415-7C69-2B83F0340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ADAB7-1DCE-4635-8C18-1EFE3005A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423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7DAEF5-3816-E6FD-9F87-61BC0B7951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F7110-5529-310B-8B1A-DBC2597565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8C82F-EB9B-7355-163A-BCC2E9C78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600EA-A9EC-49E3-949A-F2BC83DDFBBB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35A1-E2DE-4820-A919-95ABAEE6F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3F4BD-3277-688C-B94A-FD61BF7E4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ADAB7-1DCE-4635-8C18-1EFE3005A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21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260C45-B703-06D2-16F7-D33F293EA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05309-F2DD-AA4D-BF75-66C1DB9A1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51BFD-1979-7B99-CAB2-9AF97C21BD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F600EA-A9EC-49E3-949A-F2BC83DDFBBB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6A68F-2365-E75E-4450-5D95E3CD2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BB602-5DB6-5509-4D7F-440CB265E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ADAB7-1DCE-4635-8C18-1EFE3005A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755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0BE19-443C-BE71-33C8-648654B5EE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6CB8E1-D370-A4A7-BEEB-4B2A1456AB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137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khadija nadeem</dc:creator>
  <cp:lastModifiedBy>khadija nadeem</cp:lastModifiedBy>
  <cp:revision>1</cp:revision>
  <dcterms:created xsi:type="dcterms:W3CDTF">2025-12-12T16:04:47Z</dcterms:created>
  <dcterms:modified xsi:type="dcterms:W3CDTF">2025-12-12T16:04:48Z</dcterms:modified>
</cp:coreProperties>
</file>